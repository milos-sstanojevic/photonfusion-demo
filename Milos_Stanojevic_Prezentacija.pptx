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notesMasterIdLst>
    <p:notesMasterId r:id="rId23"/>
  </p:notesMasterIdLst>
  <p:sldIdLst>
    <p:sldId id="256" r:id="rId2"/>
    <p:sldId id="259" r:id="rId3"/>
    <p:sldId id="257" r:id="rId4"/>
    <p:sldId id="258" r:id="rId5"/>
    <p:sldId id="270" r:id="rId6"/>
    <p:sldId id="271" r:id="rId7"/>
    <p:sldId id="272" r:id="rId8"/>
    <p:sldId id="274" r:id="rId9"/>
    <p:sldId id="260" r:id="rId10"/>
    <p:sldId id="261" r:id="rId11"/>
    <p:sldId id="262" r:id="rId12"/>
    <p:sldId id="263" r:id="rId13"/>
    <p:sldId id="264" r:id="rId14"/>
    <p:sldId id="273" r:id="rId15"/>
    <p:sldId id="275" r:id="rId16"/>
    <p:sldId id="265" r:id="rId17"/>
    <p:sldId id="266" r:id="rId18"/>
    <p:sldId id="267" r:id="rId19"/>
    <p:sldId id="277" r:id="rId20"/>
    <p:sldId id="269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09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1202ED-2056-47EC-9A53-8AF8E6ACADE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58F3A-FB43-43B1-A55E-1F2ADA5E7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218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Photon Fusion je real-time networking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biblioteka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Unity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koristi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tick-based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simulaciju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znači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izvršava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diskretnim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vremenskim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koracima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takozvanim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tickovima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što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omogućava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determinističko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ponašanje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stabilnu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sinhronizaciju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Fusion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uvodi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ključna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koncepta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StateAuthority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objekat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 koji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pravo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InputAuthority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klijent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koji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šalje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input.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Ovaj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posebno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pogodan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FPS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jasno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definiše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kontroliše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logiku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 ko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šalje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input.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58F3A-FB43-43B1-A55E-1F2ADA5E7A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377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Mirror – Open Source Networking</a:t>
            </a:r>
          </a:p>
          <a:p>
            <a:r>
              <a:rPr lang="en-US" dirty="0" err="1"/>
              <a:t>Netcode</a:t>
            </a:r>
            <a:r>
              <a:rPr lang="en-US" dirty="0"/>
              <a:t> for </a:t>
            </a:r>
            <a:r>
              <a:rPr lang="en-US" dirty="0" err="1"/>
              <a:t>GameObjects</a:t>
            </a:r>
            <a:r>
              <a:rPr lang="en-US" dirty="0"/>
              <a:t> – Unity multiplayer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58F3A-FB43-43B1-A55E-1F2ADA5E7A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73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NetworkRunner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Fusion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simulacije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pokreće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sesiju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upravlja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tick loop-om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sinhronizuje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klijente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Runner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može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raditi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više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modova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Host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klijent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server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Client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povezuje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hosta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Shared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učestvuju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simulaciji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Host/Client model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klasičan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server-authoritative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pristup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znači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postoji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instanca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takozvani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host,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glavnu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kontrolu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stanjem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sveta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Klijenti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menjaju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direktno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šalju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input, a host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odlučuje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šta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konačna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istina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Drugim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rečima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host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simulira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igru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šalje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rezultate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nazad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klijentima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Zbog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toga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ovaj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stabilan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pogodan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FPS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omogućava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funkcije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što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lag compensation,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predikcija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zaštita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varanja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druge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Shared model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radi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potpuno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drugačije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 Shared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postoji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centralni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 koji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odlučuje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Svaki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klijent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autoritet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svojim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objektima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lokalno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simulira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Photon Cloud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razmenjuje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podatke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između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igrača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znači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autoritet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raspodeljen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između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svih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učesnika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arhitektura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jednostavnija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pogodna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kompetitivne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Najlakše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zamisliti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razliku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ovako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Host model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klasičan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multiplayer server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donosi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odluke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Shared model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više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peer-to-peer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pristup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učestvuju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simulaciji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kontekstu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projekta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koji je FPS multiplayer,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koristim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Host model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zato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što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omogućava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preciznu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sinhronizaciju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pucanja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fer hit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detekciju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preko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lag compensation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Shared model bi bio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bolji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izbor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casual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sandbox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potreban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strogi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autoritet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58F3A-FB43-43B1-A55E-1F2ADA5E7A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56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Photon Fusion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pruza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interfejs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bismo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reagovali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događaje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mreži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INetworkRunnerCallbacks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Najvažnije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funkcije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OnPlayerJoined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koristi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za spawn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igrača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OnPlayerLeft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koristi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za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despawn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održavanje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konzistentnog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OnHostMigration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koristi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za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migraciju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hosta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58F3A-FB43-43B1-A55E-1F2ADA5E7A8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457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Svaki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mrežni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objekat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NetworkObject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komponentu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Player prefab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koristi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NetworkBehaviour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utiče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mrežno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Važno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da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kamera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ostane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lokalna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ne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želimo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kamera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jednog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igrača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replicira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drugima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Kako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postavili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komponentu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NetworkObject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root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objekat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(Player-a),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komponente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njegovoj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hierariji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sinronizovane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preko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mreze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 je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koda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potrebno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iskljuciti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kamere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nisu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hierarhiji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lokalnog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igraca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kako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 bi “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gledali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kroz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pogresnu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kameru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Unity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atumatski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prebacuje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pogled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poslednju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ucitanu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kameru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58F3A-FB43-43B1-A55E-1F2ADA5E7A8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85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Kretanje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igrača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deli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dela.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Yaw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rotacija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preko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NetworkTransform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rotira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root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objekat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Pitch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rotacija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kamere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Networked property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kako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 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pravilno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sinhronizovala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kamera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oružje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GetInput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koristi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unutar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FixedUpdateNetwork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tick-a.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Mrežna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 ide u Update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FixedUpdateNetwork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standardnom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Unity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projektu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Update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funkcija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poziva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svaki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frame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zavisi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od FPS-a.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znači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može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izvršavati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različit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puta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sekundi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različitim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računarima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što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problem za singleplayer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multiplayeru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može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dovede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nesinhronizovanog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ponašanja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između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klijenata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Photon Fusion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uvodi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tick-based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simulaciju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izvršava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tačno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definisanim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vremenskim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koracima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takozvanim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tickovima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FixedUpdateNetwork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funkcija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poziva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 tick-u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garantuje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klijenti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procesiraju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mrežnu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logiku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istom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redosledu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istom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Drugim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rečima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Update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zavisi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od frame rate-a,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FixedUpdateNetwork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zavisi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mrežnog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tick-a.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Zbog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toga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što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utiče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mrežno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što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kretanje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igrača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input,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pucanje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promene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Networked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promenljivih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treba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ide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FixedUpdateNetwork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možemo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koristiti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lokalne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stvari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nisu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mrežne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simulacije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primer UI,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kameru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vizuelne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efekte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Najjednostavnije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rečeno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vezan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rendering,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FixedUpdateNetwork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vezan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mrežnu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simulaciju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58F3A-FB43-43B1-A55E-1F2ADA5E7A8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2327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Networked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promenljive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mrežnog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deklarišu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atributom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[Networked].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Menja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StateAuthority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klijenti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uglavnom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čitaju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Kada 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vrednost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promeni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možemo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koristiti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OnChanged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ChangeDetector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VFX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animacije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58F3A-FB43-43B1-A55E-1F2ADA5E7A8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525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Runner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vraća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sveta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trenutak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kada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igrač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pucao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što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omogućava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fer hit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detekciju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čak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uz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veći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ping.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Lag Compensation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koristimo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bismo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rešili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problem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mrežnog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kašnjenja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pucanja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multiplayer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igrama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Kada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igrač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puca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zbog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pinga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drugi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igrači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možda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nisu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istoj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poziciji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ekranu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igrača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Fusion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zato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može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“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vrati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sveta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nekoliko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tickova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unazad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proveri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pogodak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osnovu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trenutka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kada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zapravo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ispaljen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znači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se hit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detekcija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računa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trenutnoj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poziciji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protivnika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njegovoj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poziciji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prošlosti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što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čini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igru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čak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kada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postoji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veći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ping.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Najjednostavnije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rečeno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Lag Compensation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omogućava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pogodak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zavisi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onoga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što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igrač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video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ekranu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 ne od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mrežnog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kašnjenja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58F3A-FB43-43B1-A55E-1F2ADA5E7A8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7925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RPC u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Fusionu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koristimo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retke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jednokratne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događaje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recimo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poruku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interakciju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neku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akciju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koju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želimo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izgubi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paket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Za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stanje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koje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stalno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menja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koristimo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[Networked]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promenljive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RPC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nema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‘state’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late-join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klijenti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ga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neće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dobiti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Što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tiče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parametara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RPC ne prima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samo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primitive —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možemo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slati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Unity struct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tipove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kao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Vector3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Quaternion, Fusion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tipove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kao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PlayerRef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NetworkId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čak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stringove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nizove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možemo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slati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proizvoljne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Unity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objekte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poput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MonoBehaviour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-a.</a:t>
            </a:r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58F3A-FB43-43B1-A55E-1F2ADA5E7A8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533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19" y="2166365"/>
            <a:ext cx="8603674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70315"/>
            <a:ext cx="6858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15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53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93" y="2208879"/>
            <a:ext cx="78867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893" y="3984400"/>
            <a:ext cx="78867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040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797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458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656566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428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428" y="2656564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73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239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090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48840"/>
            <a:ext cx="4572000" cy="38404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92568" y="2147487"/>
            <a:ext cx="256032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441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0" y="2211494"/>
            <a:ext cx="4754880" cy="384048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85351" y="2150621"/>
            <a:ext cx="256032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158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426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764484" y="0"/>
            <a:ext cx="20574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468" y="609600"/>
            <a:ext cx="1801785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609600"/>
            <a:ext cx="5979968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22855"/>
            <a:ext cx="205739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2102" y="6422855"/>
            <a:ext cx="32097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4787" y="6422855"/>
            <a:ext cx="65981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524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2" y="176109"/>
            <a:ext cx="9141714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019" y="284176"/>
            <a:ext cx="777240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019" y="2011680"/>
            <a:ext cx="777240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557" y="6422855"/>
            <a:ext cx="2595043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91000" y="6422855"/>
            <a:ext cx="40606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65139" y="6422855"/>
            <a:ext cx="709698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627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163" y="2173062"/>
            <a:ext cx="8603674" cy="1739347"/>
          </a:xfrm>
        </p:spPr>
        <p:txBody>
          <a:bodyPr>
            <a:noAutofit/>
          </a:bodyPr>
          <a:lstStyle/>
          <a:p>
            <a:r>
              <a:rPr sz="4800" dirty="0"/>
              <a:t>Photon Fusion – Unity Multiplayer FPS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729DE48-5209-9D0F-EB28-F596DBB42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6136105"/>
            <a:ext cx="2899611" cy="601579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Napredno</a:t>
            </a:r>
            <a:r>
              <a:rPr lang="en-US" dirty="0"/>
              <a:t> </a:t>
            </a:r>
            <a:r>
              <a:rPr lang="en-US" dirty="0" err="1"/>
              <a:t>Softversko</a:t>
            </a:r>
            <a:r>
              <a:rPr lang="en-US" dirty="0"/>
              <a:t> In</a:t>
            </a:r>
            <a:r>
              <a:rPr lang="sr-Latn-RS" dirty="0"/>
              <a:t>ženjerstvo</a:t>
            </a:r>
            <a:br>
              <a:rPr lang="sr-Latn-RS" dirty="0"/>
            </a:br>
            <a:br>
              <a:rPr lang="en-US" dirty="0"/>
            </a:br>
            <a:r>
              <a:rPr lang="sr-Latn-RS" dirty="0"/>
              <a:t>Miloš Stanojević</a:t>
            </a:r>
            <a:r>
              <a:rPr lang="en-US" dirty="0"/>
              <a:t>, </a:t>
            </a:r>
            <a:r>
              <a:rPr lang="en-US" b="1" dirty="0"/>
              <a:t>2129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Sadržaj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sr-Latn-RS" dirty="0"/>
              <a:t>Photon Fusion</a:t>
            </a:r>
          </a:p>
          <a:p>
            <a:pPr marL="457200" indent="-457200">
              <a:buFont typeface="+mj-lt"/>
              <a:buAutoNum type="arabicParenR"/>
            </a:pPr>
            <a:r>
              <a:rPr lang="sr-Latn-RS" dirty="0"/>
              <a:t>Fusion vs Alternative</a:t>
            </a:r>
          </a:p>
          <a:p>
            <a:pPr marL="457200" indent="-457200">
              <a:buFont typeface="+mj-lt"/>
              <a:buAutoNum type="arabicParenR"/>
            </a:pPr>
            <a:r>
              <a:rPr lang="sr-Latn-RS" dirty="0"/>
              <a:t>Network Runner</a:t>
            </a:r>
          </a:p>
          <a:p>
            <a:pPr marL="457200" indent="-457200">
              <a:buFont typeface="+mj-lt"/>
              <a:buAutoNum type="arabicParenR"/>
            </a:pPr>
            <a:r>
              <a:rPr lang="sr-Latn-RS" dirty="0"/>
              <a:t>Spawn igrača</a:t>
            </a:r>
          </a:p>
          <a:p>
            <a:pPr marL="457200" indent="-457200">
              <a:buFont typeface="+mj-lt"/>
              <a:buAutoNum type="arabicParenR"/>
            </a:pPr>
            <a:r>
              <a:rPr lang="sr-Latn-RS" dirty="0"/>
              <a:t>Slanje inputa</a:t>
            </a:r>
          </a:p>
          <a:p>
            <a:pPr marL="457200" indent="-457200">
              <a:buFont typeface="+mj-lt"/>
              <a:buAutoNum type="arabicParenR"/>
            </a:pPr>
            <a:r>
              <a:rPr lang="sr-Latn-RS" dirty="0"/>
              <a:t>Sinhronizacija kretanja</a:t>
            </a:r>
          </a:p>
          <a:p>
            <a:pPr marL="457200" indent="-457200">
              <a:buFont typeface="+mj-lt"/>
              <a:buAutoNum type="arabicParenR"/>
            </a:pPr>
            <a:r>
              <a:rPr lang="sr-Latn-RS" dirty="0"/>
              <a:t>Pucanje i LagCompensation</a:t>
            </a:r>
          </a:p>
          <a:p>
            <a:pPr marL="457200" indent="-457200">
              <a:buFont typeface="+mj-lt"/>
              <a:buAutoNum type="arabicParenR"/>
            </a:pPr>
            <a:r>
              <a:rPr lang="sr-Latn-RS" dirty="0"/>
              <a:t>RPC događaji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Photon 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Real‑time networking </a:t>
            </a:r>
            <a:r>
              <a:rPr dirty="0" err="1"/>
              <a:t>biblioteka</a:t>
            </a:r>
            <a:r>
              <a:rPr dirty="0"/>
              <a:t> za Unity</a:t>
            </a:r>
          </a:p>
          <a:p>
            <a:r>
              <a:rPr dirty="0"/>
              <a:t>Tick-based </a:t>
            </a:r>
            <a:r>
              <a:rPr dirty="0" err="1"/>
              <a:t>simulacija</a:t>
            </a:r>
            <a:endParaRPr dirty="0"/>
          </a:p>
          <a:p>
            <a:r>
              <a:rPr dirty="0" err="1"/>
              <a:t>StateAuthority</a:t>
            </a:r>
            <a:r>
              <a:rPr dirty="0"/>
              <a:t> / </a:t>
            </a:r>
            <a:r>
              <a:rPr dirty="0" err="1"/>
              <a:t>InputAuthority</a:t>
            </a:r>
            <a:r>
              <a:rPr dirty="0"/>
              <a:t> model</a:t>
            </a:r>
          </a:p>
          <a:p>
            <a:r>
              <a:rPr dirty="0" err="1"/>
              <a:t>Fokus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performansama</a:t>
            </a:r>
            <a:r>
              <a:rPr dirty="0"/>
              <a:t> za FPS </a:t>
            </a:r>
            <a:r>
              <a:rPr dirty="0" err="1"/>
              <a:t>igre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Fusion vs Alternative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Fusion → </a:t>
            </a:r>
            <a:r>
              <a:rPr dirty="0" err="1"/>
              <a:t>deterministički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brz</a:t>
            </a:r>
            <a:endParaRPr dirty="0"/>
          </a:p>
          <a:p>
            <a:r>
              <a:rPr dirty="0"/>
              <a:t>PUN → </a:t>
            </a:r>
            <a:r>
              <a:rPr dirty="0" err="1"/>
              <a:t>jednostavniji</a:t>
            </a:r>
            <a:r>
              <a:rPr dirty="0"/>
              <a:t> </a:t>
            </a:r>
            <a:r>
              <a:rPr dirty="0" err="1"/>
              <a:t>ali</a:t>
            </a:r>
            <a:r>
              <a:rPr dirty="0"/>
              <a:t> </a:t>
            </a:r>
            <a:r>
              <a:rPr dirty="0" err="1"/>
              <a:t>manje</a:t>
            </a:r>
            <a:r>
              <a:rPr dirty="0"/>
              <a:t> </a:t>
            </a:r>
            <a:r>
              <a:rPr dirty="0" err="1"/>
              <a:t>skalabilan</a:t>
            </a:r>
            <a:endParaRPr dirty="0"/>
          </a:p>
          <a:p>
            <a:r>
              <a:rPr dirty="0"/>
              <a:t>Mirror → </a:t>
            </a:r>
            <a:r>
              <a:rPr dirty="0" err="1"/>
              <a:t>više</a:t>
            </a:r>
            <a:r>
              <a:rPr dirty="0"/>
              <a:t> </a:t>
            </a:r>
            <a:r>
              <a:rPr dirty="0" err="1"/>
              <a:t>manuelne</a:t>
            </a:r>
            <a:r>
              <a:rPr dirty="0"/>
              <a:t> </a:t>
            </a:r>
            <a:r>
              <a:rPr dirty="0" err="1"/>
              <a:t>logike</a:t>
            </a:r>
            <a:endParaRPr dirty="0"/>
          </a:p>
          <a:p>
            <a:r>
              <a:rPr dirty="0" err="1"/>
              <a:t>Netcode</a:t>
            </a:r>
            <a:r>
              <a:rPr dirty="0"/>
              <a:t> for GO → basic feature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 početka – Integracija Photon Fusion u Unity (1/3)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019" y="2011680"/>
            <a:ext cx="6738465" cy="1465446"/>
          </a:xfrm>
        </p:spPr>
        <p:txBody>
          <a:bodyPr/>
          <a:lstStyle/>
          <a:p>
            <a:r>
              <a:rPr dirty="0"/>
              <a:t>1) Photon </a:t>
            </a:r>
            <a:r>
              <a:rPr dirty="0" err="1"/>
              <a:t>nalog</a:t>
            </a:r>
            <a:r>
              <a:rPr dirty="0"/>
              <a:t> (Photon Dashboard)</a:t>
            </a:r>
          </a:p>
          <a:p>
            <a:r>
              <a:rPr dirty="0"/>
              <a:t>2) </a:t>
            </a:r>
            <a:r>
              <a:rPr lang="en-US" dirty="0" err="1"/>
              <a:t>Kreirati</a:t>
            </a:r>
            <a:r>
              <a:rPr lang="en-US" dirty="0"/>
              <a:t> </a:t>
            </a:r>
            <a:r>
              <a:rPr dirty="0"/>
              <a:t>novi 'App' </a:t>
            </a:r>
            <a:r>
              <a:rPr dirty="0" err="1"/>
              <a:t>projekat</a:t>
            </a:r>
            <a:r>
              <a:rPr dirty="0"/>
              <a:t> (tip: Fusion/Realtime)</a:t>
            </a:r>
          </a:p>
          <a:p>
            <a:r>
              <a:rPr dirty="0"/>
              <a:t>3) </a:t>
            </a:r>
            <a:r>
              <a:rPr dirty="0" err="1"/>
              <a:t>Sačuv</a:t>
            </a:r>
            <a:r>
              <a:rPr lang="en-US" dirty="0" err="1"/>
              <a:t>ati</a:t>
            </a:r>
            <a:r>
              <a:rPr dirty="0"/>
              <a:t> App ID (</a:t>
            </a:r>
            <a:r>
              <a:rPr dirty="0" err="1"/>
              <a:t>biće</a:t>
            </a:r>
            <a:r>
              <a:rPr dirty="0"/>
              <a:t> </a:t>
            </a:r>
            <a:r>
              <a:rPr dirty="0" err="1"/>
              <a:t>potreban</a:t>
            </a:r>
            <a:r>
              <a:rPr dirty="0"/>
              <a:t> u Unity-</a:t>
            </a:r>
            <a:r>
              <a:rPr dirty="0" err="1"/>
              <a:t>ju</a:t>
            </a:r>
            <a:r>
              <a:rPr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2CADDC-F845-FC32-8FFE-75C18D47C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468" y="3555332"/>
            <a:ext cx="3970421" cy="28574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F1B29E-BA79-108A-704E-A9C408178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1" y="3555332"/>
            <a:ext cx="5023183" cy="24235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 početka – Integracija Photon Fusion u Unity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019" y="2011680"/>
            <a:ext cx="7772400" cy="930041"/>
          </a:xfrm>
        </p:spPr>
        <p:txBody>
          <a:bodyPr/>
          <a:lstStyle/>
          <a:p>
            <a:r>
              <a:rPr dirty="0"/>
              <a:t>U Unity-</a:t>
            </a:r>
            <a:r>
              <a:rPr dirty="0" err="1"/>
              <a:t>ju</a:t>
            </a:r>
            <a:r>
              <a:rPr dirty="0"/>
              <a:t> </a:t>
            </a:r>
            <a:r>
              <a:rPr dirty="0" err="1"/>
              <a:t>instalira</a:t>
            </a:r>
            <a:r>
              <a:rPr lang="en-US" dirty="0" err="1"/>
              <a:t>ti</a:t>
            </a:r>
            <a:r>
              <a:rPr dirty="0"/>
              <a:t> Photon Fusion </a:t>
            </a:r>
            <a:r>
              <a:rPr dirty="0" err="1"/>
              <a:t>paket</a:t>
            </a:r>
            <a:endParaRPr dirty="0"/>
          </a:p>
          <a:p>
            <a:r>
              <a:rPr dirty="0" err="1"/>
              <a:t>Najčešće</a:t>
            </a:r>
            <a:r>
              <a:rPr dirty="0"/>
              <a:t> </a:t>
            </a:r>
            <a:r>
              <a:rPr dirty="0" err="1"/>
              <a:t>kroz</a:t>
            </a:r>
            <a:r>
              <a:rPr dirty="0"/>
              <a:t> Package Manager (</a:t>
            </a:r>
            <a:r>
              <a:rPr dirty="0" err="1"/>
              <a:t>ili</a:t>
            </a:r>
            <a:r>
              <a:rPr dirty="0"/>
              <a:t> import .</a:t>
            </a:r>
            <a:r>
              <a:rPr dirty="0" err="1"/>
              <a:t>unitypackage</a:t>
            </a:r>
            <a:r>
              <a:rPr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0EB78E-59F6-51B7-9041-566D154D4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377" y="3001162"/>
            <a:ext cx="4418374" cy="31456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65E7A9-DE77-9839-62A3-9CCA22AEC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29" y="3001162"/>
            <a:ext cx="3703223" cy="35726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 početka – App ID i Project Settings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019" y="2011680"/>
            <a:ext cx="7442313" cy="1712094"/>
          </a:xfrm>
        </p:spPr>
        <p:txBody>
          <a:bodyPr/>
          <a:lstStyle/>
          <a:p>
            <a:r>
              <a:rPr dirty="0"/>
              <a:t>U </a:t>
            </a:r>
            <a:r>
              <a:rPr dirty="0" err="1"/>
              <a:t>projektu</a:t>
            </a:r>
            <a:r>
              <a:rPr dirty="0"/>
              <a:t> </a:t>
            </a:r>
            <a:r>
              <a:rPr dirty="0" err="1"/>
              <a:t>upi</a:t>
            </a:r>
            <a:r>
              <a:rPr lang="en-US" dirty="0" err="1"/>
              <a:t>sati</a:t>
            </a:r>
            <a:r>
              <a:rPr dirty="0"/>
              <a:t> App ID (</a:t>
            </a:r>
            <a:r>
              <a:rPr dirty="0" err="1"/>
              <a:t>PhotonAppSettings</a:t>
            </a:r>
            <a:r>
              <a:rPr dirty="0"/>
              <a:t> / Fusion settings)</a:t>
            </a:r>
          </a:p>
          <a:p>
            <a:r>
              <a:rPr dirty="0" err="1"/>
              <a:t>Otvori</a:t>
            </a:r>
            <a:r>
              <a:rPr dirty="0"/>
              <a:t> Network Project Settings</a:t>
            </a:r>
          </a:p>
          <a:p>
            <a:r>
              <a:rPr dirty="0" err="1"/>
              <a:t>Uključi</a:t>
            </a:r>
            <a:r>
              <a:rPr lang="en-US" dirty="0" err="1"/>
              <a:t>ti</a:t>
            </a:r>
            <a:r>
              <a:rPr dirty="0"/>
              <a:t> </a:t>
            </a:r>
            <a:r>
              <a:rPr dirty="0" err="1"/>
              <a:t>LagCompensation</a:t>
            </a:r>
            <a:r>
              <a:rPr dirty="0"/>
              <a:t> (za FPS hit </a:t>
            </a:r>
            <a:r>
              <a:rPr dirty="0" err="1"/>
              <a:t>detekciju</a:t>
            </a:r>
            <a:r>
              <a:rPr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3A26EB-619A-7FAA-1B5E-E82C12742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3" y="3723774"/>
            <a:ext cx="3681475" cy="25954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647EAC-D602-044A-FD40-CA14ABA6F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2847" y="4010955"/>
            <a:ext cx="5181700" cy="20210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7E683E7-4C7E-4173-8597-B85892D01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99B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59973DA-A6EE-4188-B927-0531F1B0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2" y="176109"/>
            <a:ext cx="9141714" cy="65314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650928-F298-862A-052F-1342F03BCE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18" r="-1" b="57218"/>
          <a:stretch>
            <a:fillRect/>
          </a:stretch>
        </p:blipFill>
        <p:spPr>
          <a:xfrm>
            <a:off x="2257598" y="3199266"/>
            <a:ext cx="4627242" cy="31518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4DE5F7-F275-351E-AEF4-D32ACFD3E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904" y="351065"/>
            <a:ext cx="3847137" cy="249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164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Korak </a:t>
            </a:r>
            <a:r>
              <a:rPr dirty="0">
                <a:latin typeface="Abadi" panose="020B0604020104020204" pitchFamily="34" charset="0"/>
              </a:rPr>
              <a:t>1</a:t>
            </a:r>
            <a:r>
              <a:rPr dirty="0"/>
              <a:t> – Network</a:t>
            </a:r>
            <a:r>
              <a:rPr lang="sr-Latn-RS" dirty="0"/>
              <a:t> </a:t>
            </a:r>
            <a:r>
              <a:rPr dirty="0"/>
              <a:t>Runner (start </a:t>
            </a:r>
            <a:r>
              <a:rPr dirty="0" err="1"/>
              <a:t>sesije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019" y="2006867"/>
            <a:ext cx="7772400" cy="1508760"/>
          </a:xfrm>
        </p:spPr>
        <p:txBody>
          <a:bodyPr/>
          <a:lstStyle/>
          <a:p>
            <a:r>
              <a:rPr lang="en-US" dirty="0"/>
              <a:t>Runner je „</a:t>
            </a:r>
            <a:r>
              <a:rPr lang="en-US" dirty="0" err="1"/>
              <a:t>srce</a:t>
            </a:r>
            <a:r>
              <a:rPr lang="en-US" dirty="0"/>
              <a:t>“ Fusion </a:t>
            </a:r>
            <a:r>
              <a:rPr lang="en-US" dirty="0" err="1"/>
              <a:t>simulacije</a:t>
            </a:r>
            <a:endParaRPr lang="en-US" dirty="0"/>
          </a:p>
          <a:p>
            <a:r>
              <a:rPr lang="en-US" dirty="0" err="1"/>
              <a:t>Pokreće</a:t>
            </a:r>
            <a:r>
              <a:rPr lang="en-US" dirty="0"/>
              <a:t> </a:t>
            </a:r>
            <a:r>
              <a:rPr lang="en-US" dirty="0" err="1"/>
              <a:t>sesiju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tick loop</a:t>
            </a:r>
          </a:p>
          <a:p>
            <a:r>
              <a:rPr lang="en-US" dirty="0"/>
              <a:t>Host / Client vs Shared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B5F531-F4AD-4813-6F74-7A6F56AAD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382" y="3841361"/>
            <a:ext cx="6021674" cy="27324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2189" y="284176"/>
            <a:ext cx="7338060" cy="1508760"/>
          </a:xfrm>
        </p:spPr>
        <p:txBody>
          <a:bodyPr>
            <a:normAutofit fontScale="90000"/>
          </a:bodyPr>
          <a:lstStyle/>
          <a:p>
            <a:r>
              <a:rPr lang="en-US"/>
              <a:t>Korak 2 – INetworkRunnerCallbacks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6CE824-82F8-8B56-DEFF-F8D522572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354" y="1852863"/>
            <a:ext cx="3788230" cy="493580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5194" y="1852863"/>
            <a:ext cx="3975055" cy="1221205"/>
          </a:xfrm>
        </p:spPr>
        <p:txBody>
          <a:bodyPr>
            <a:normAutofit fontScale="92500"/>
          </a:bodyPr>
          <a:lstStyle/>
          <a:p>
            <a:r>
              <a:rPr lang="sr-Latn-RS" sz="1600" dirty="0"/>
              <a:t>NetworkController implementira callbacks</a:t>
            </a:r>
          </a:p>
          <a:p>
            <a:r>
              <a:rPr lang="sr-Latn-RS" sz="1600" dirty="0"/>
              <a:t>OnPlayerJoined → spawn igrača</a:t>
            </a:r>
          </a:p>
          <a:p>
            <a:r>
              <a:rPr lang="sr-Latn-RS" sz="1600" dirty="0"/>
              <a:t>OnPlayerLeft → despawn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DE33FEC-1EF5-08F5-8557-8EB821E2E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5194" y="3133995"/>
            <a:ext cx="4740898" cy="27075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2189" y="284176"/>
            <a:ext cx="7338060" cy="1508760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+mn-lt"/>
              </a:rPr>
              <a:t>Korak 3 –Network</a:t>
            </a:r>
            <a:r>
              <a:rPr lang="sr-Latn-RS" cap="none" dirty="0">
                <a:latin typeface="+mn-lt"/>
              </a:rPr>
              <a:t>O</a:t>
            </a:r>
            <a:r>
              <a:rPr lang="en-US" cap="none" dirty="0" err="1">
                <a:latin typeface="+mn-lt"/>
              </a:rPr>
              <a:t>bject</a:t>
            </a:r>
            <a:r>
              <a:rPr lang="en-US" cap="none" dirty="0">
                <a:latin typeface="+mn-lt"/>
              </a:rPr>
              <a:t> </a:t>
            </a:r>
            <a:r>
              <a:rPr lang="sr-Latn-RS" cap="none" dirty="0">
                <a:latin typeface="+mn-lt"/>
              </a:rPr>
              <a:t>i</a:t>
            </a:r>
            <a:r>
              <a:rPr lang="en-US" cap="none" dirty="0">
                <a:latin typeface="+mn-lt"/>
              </a:rPr>
              <a:t> Player Prefab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7A3790-EB22-E252-3171-61411D47A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63" y="1924074"/>
            <a:ext cx="4543172" cy="300985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4999" y="2045111"/>
            <a:ext cx="3406622" cy="1624522"/>
          </a:xfrm>
        </p:spPr>
        <p:txBody>
          <a:bodyPr>
            <a:normAutofit/>
          </a:bodyPr>
          <a:lstStyle/>
          <a:p>
            <a:r>
              <a:rPr lang="en-US" sz="1600" dirty="0" err="1"/>
              <a:t>Svaki</a:t>
            </a:r>
            <a:r>
              <a:rPr lang="en-US" sz="1600" dirty="0"/>
              <a:t> </a:t>
            </a:r>
            <a:r>
              <a:rPr lang="en-US" sz="1600" dirty="0" err="1"/>
              <a:t>mrežni</a:t>
            </a:r>
            <a:r>
              <a:rPr lang="en-US" sz="1600" dirty="0"/>
              <a:t> </a:t>
            </a:r>
            <a:r>
              <a:rPr lang="en-US" sz="1600" dirty="0" err="1"/>
              <a:t>objekat</a:t>
            </a:r>
            <a:r>
              <a:rPr lang="en-US" sz="1600" dirty="0"/>
              <a:t> mora </a:t>
            </a:r>
            <a:r>
              <a:rPr lang="en-US" sz="1600" dirty="0" err="1"/>
              <a:t>imati</a:t>
            </a:r>
            <a:r>
              <a:rPr lang="en-US" sz="1600" dirty="0"/>
              <a:t> </a:t>
            </a:r>
            <a:r>
              <a:rPr lang="en-US" sz="1600" dirty="0" err="1"/>
              <a:t>NetworkObject</a:t>
            </a:r>
            <a:endParaRPr lang="en-US" sz="1600" dirty="0"/>
          </a:p>
          <a:p>
            <a:r>
              <a:rPr lang="en-US" sz="1600" dirty="0"/>
              <a:t>Player </a:t>
            </a:r>
            <a:r>
              <a:rPr lang="en-US" sz="1600" dirty="0" err="1"/>
              <a:t>implementira</a:t>
            </a:r>
            <a:r>
              <a:rPr lang="en-US" sz="1600" dirty="0"/>
              <a:t> </a:t>
            </a:r>
            <a:r>
              <a:rPr lang="en-US" sz="1600" dirty="0" err="1"/>
              <a:t>NetworkBehaviour</a:t>
            </a:r>
            <a:endParaRPr lang="en-US" sz="1600" dirty="0"/>
          </a:p>
          <a:p>
            <a:r>
              <a:rPr lang="en-US" sz="1600" dirty="0"/>
              <a:t>Camera </a:t>
            </a:r>
            <a:r>
              <a:rPr lang="en-US" sz="1600" dirty="0" err="1"/>
              <a:t>lokalna</a:t>
            </a:r>
            <a:r>
              <a:rPr lang="en-US" sz="1600" dirty="0"/>
              <a:t>, Weapon </a:t>
            </a:r>
            <a:r>
              <a:rPr lang="en-US" sz="1600" dirty="0" err="1"/>
              <a:t>mrežno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84DBA9-E110-C81C-B152-68374653A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4961" y="3761059"/>
            <a:ext cx="2906697" cy="28127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Korak 4 – Input S</a:t>
            </a:r>
            <a:r>
              <a:rPr lang="en-US" dirty="0"/>
              <a:t>y</a:t>
            </a:r>
            <a:r>
              <a:rPr dirty="0"/>
              <a:t>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019" y="2011680"/>
            <a:ext cx="7772400" cy="918009"/>
          </a:xfrm>
        </p:spPr>
        <p:txBody>
          <a:bodyPr/>
          <a:lstStyle/>
          <a:p>
            <a:r>
              <a:rPr dirty="0" err="1"/>
              <a:t>OnInput</a:t>
            </a:r>
            <a:r>
              <a:rPr dirty="0"/>
              <a:t>() </a:t>
            </a:r>
            <a:r>
              <a:rPr dirty="0" err="1"/>
              <a:t>prikuplja</a:t>
            </a:r>
            <a:r>
              <a:rPr dirty="0"/>
              <a:t> input </a:t>
            </a:r>
            <a:r>
              <a:rPr dirty="0" err="1"/>
              <a:t>lokalno</a:t>
            </a:r>
            <a:endParaRPr dirty="0"/>
          </a:p>
          <a:p>
            <a:r>
              <a:rPr dirty="0" err="1"/>
              <a:t>GetInput</a:t>
            </a:r>
            <a:r>
              <a:rPr dirty="0"/>
              <a:t>() </a:t>
            </a:r>
            <a:r>
              <a:rPr dirty="0" err="1"/>
              <a:t>koristi</a:t>
            </a:r>
            <a:r>
              <a:rPr dirty="0"/>
              <a:t> input u tick-</a:t>
            </a:r>
            <a:r>
              <a:rPr lang="en-US" dirty="0"/>
              <a:t>u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0EB648-1D61-E70B-43A1-80AC39CE8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21" y="3075705"/>
            <a:ext cx="4906060" cy="17052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5929E7-296A-0CCF-E163-E23D0CD6D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960" y="4926934"/>
            <a:ext cx="5546901" cy="13541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Korak 5 – Sinhronizacija kretanja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792" y="2011680"/>
            <a:ext cx="4972455" cy="1140594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Yaw </a:t>
            </a:r>
            <a:r>
              <a:rPr dirty="0" err="1"/>
              <a:t>i</a:t>
            </a:r>
            <a:r>
              <a:rPr lang="sr-Latn-RS" dirty="0"/>
              <a:t> </a:t>
            </a:r>
            <a:r>
              <a:rPr dirty="0" err="1"/>
              <a:t>NetworkTransform</a:t>
            </a:r>
            <a:endParaRPr dirty="0"/>
          </a:p>
          <a:p>
            <a:r>
              <a:rPr dirty="0"/>
              <a:t>Pitch mora </a:t>
            </a:r>
            <a:r>
              <a:rPr dirty="0" err="1"/>
              <a:t>biti</a:t>
            </a:r>
            <a:r>
              <a:rPr dirty="0"/>
              <a:t> Networked property</a:t>
            </a:r>
            <a:endParaRPr lang="en-US" dirty="0"/>
          </a:p>
          <a:p>
            <a:r>
              <a:rPr lang="en-US" dirty="0"/>
              <a:t>Update() vs </a:t>
            </a:r>
            <a:r>
              <a:rPr lang="en-US" dirty="0" err="1"/>
              <a:t>FixedUpdateNetwork</a:t>
            </a:r>
            <a:r>
              <a:rPr lang="en-US" dirty="0"/>
              <a:t>()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7DB26A-144F-1726-BDD9-9D56131C9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217" y="1918905"/>
            <a:ext cx="3960991" cy="46549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AB69C9-45DD-828B-CDB9-2E89F647D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57" y="3231397"/>
            <a:ext cx="4446243" cy="26553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Specijalno: Networked property ([Networked])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019" y="2011680"/>
            <a:ext cx="7772400" cy="2825015"/>
          </a:xfrm>
        </p:spPr>
        <p:txBody>
          <a:bodyPr/>
          <a:lstStyle/>
          <a:p>
            <a:r>
              <a:rPr dirty="0" err="1"/>
              <a:t>Promenljive</a:t>
            </a:r>
            <a:r>
              <a:rPr dirty="0"/>
              <a:t> </a:t>
            </a:r>
            <a:r>
              <a:rPr dirty="0" err="1"/>
              <a:t>označene</a:t>
            </a:r>
            <a:r>
              <a:rPr dirty="0"/>
              <a:t> [Networked] </a:t>
            </a:r>
            <a:r>
              <a:rPr dirty="0" err="1"/>
              <a:t>su</a:t>
            </a:r>
            <a:r>
              <a:rPr dirty="0"/>
              <a:t> deo </a:t>
            </a:r>
            <a:r>
              <a:rPr dirty="0" err="1"/>
              <a:t>mrežnog</a:t>
            </a:r>
            <a:r>
              <a:rPr dirty="0"/>
              <a:t> </a:t>
            </a:r>
            <a:r>
              <a:rPr dirty="0" err="1"/>
              <a:t>stanja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repliciraju</a:t>
            </a:r>
            <a:r>
              <a:rPr dirty="0"/>
              <a:t> se </a:t>
            </a:r>
            <a:r>
              <a:rPr dirty="0" err="1"/>
              <a:t>klijentima</a:t>
            </a:r>
            <a:endParaRPr dirty="0"/>
          </a:p>
          <a:p>
            <a:r>
              <a:rPr dirty="0"/>
              <a:t>Menja </a:t>
            </a:r>
            <a:r>
              <a:rPr dirty="0" err="1"/>
              <a:t>ih</a:t>
            </a:r>
            <a:r>
              <a:rPr dirty="0"/>
              <a:t> </a:t>
            </a:r>
            <a:r>
              <a:rPr dirty="0" err="1"/>
              <a:t>StateAuthority</a:t>
            </a:r>
            <a:r>
              <a:rPr dirty="0"/>
              <a:t> (host/server) – </a:t>
            </a:r>
            <a:r>
              <a:rPr dirty="0" err="1"/>
              <a:t>klijenti</a:t>
            </a:r>
            <a:r>
              <a:rPr dirty="0"/>
              <a:t> </a:t>
            </a:r>
            <a:r>
              <a:rPr dirty="0" err="1"/>
              <a:t>tipično</a:t>
            </a:r>
            <a:r>
              <a:rPr dirty="0"/>
              <a:t> </a:t>
            </a:r>
            <a:r>
              <a:rPr dirty="0" err="1"/>
              <a:t>samo</a:t>
            </a:r>
            <a:r>
              <a:rPr dirty="0"/>
              <a:t> </a:t>
            </a:r>
            <a:r>
              <a:rPr dirty="0" err="1"/>
              <a:t>čitaju</a:t>
            </a:r>
            <a:endParaRPr dirty="0"/>
          </a:p>
          <a:p>
            <a:r>
              <a:rPr dirty="0" err="1"/>
              <a:t>Koristi</a:t>
            </a:r>
            <a:r>
              <a:rPr dirty="0"/>
              <a:t> se za: Pitch, health, </a:t>
            </a:r>
            <a:r>
              <a:rPr dirty="0" err="1"/>
              <a:t>IsFiring</a:t>
            </a:r>
            <a:r>
              <a:rPr dirty="0"/>
              <a:t>, score…</a:t>
            </a:r>
          </a:p>
          <a:p>
            <a:r>
              <a:rPr dirty="0" err="1"/>
              <a:t>Praćenje</a:t>
            </a:r>
            <a:r>
              <a:rPr dirty="0"/>
              <a:t> </a:t>
            </a:r>
            <a:r>
              <a:rPr dirty="0" err="1"/>
              <a:t>promena</a:t>
            </a:r>
            <a:r>
              <a:rPr dirty="0"/>
              <a:t>: </a:t>
            </a:r>
            <a:r>
              <a:rPr dirty="0" err="1"/>
              <a:t>OnChanged</a:t>
            </a:r>
            <a:r>
              <a:rPr dirty="0"/>
              <a:t> / </a:t>
            </a:r>
            <a:r>
              <a:rPr dirty="0" err="1"/>
              <a:t>ChangeDetector</a:t>
            </a:r>
            <a:r>
              <a:rPr dirty="0"/>
              <a:t> (</a:t>
            </a:r>
            <a:r>
              <a:rPr dirty="0" err="1"/>
              <a:t>npr</a:t>
            </a:r>
            <a:r>
              <a:rPr dirty="0"/>
              <a:t>. za VFX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animacije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6E37985-09B8-4F09-93C7-44CB3EDE5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6198"/>
            <a:ext cx="9144000" cy="60056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0D514F-CA66-28ED-EAF1-F6DA0628F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074" y="745236"/>
            <a:ext cx="5313851" cy="536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64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Korak 6 – Weapon i Lag Compensation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019" y="2011680"/>
            <a:ext cx="5180376" cy="1417320"/>
          </a:xfrm>
        </p:spPr>
        <p:txBody>
          <a:bodyPr/>
          <a:lstStyle/>
          <a:p>
            <a:r>
              <a:rPr dirty="0" err="1"/>
              <a:t>Runner.LagCompensation.Raycast</a:t>
            </a:r>
            <a:endParaRPr dirty="0"/>
          </a:p>
          <a:p>
            <a:r>
              <a:rPr dirty="0"/>
              <a:t>Fusion </a:t>
            </a:r>
            <a:r>
              <a:rPr dirty="0" err="1"/>
              <a:t>vraća</a:t>
            </a:r>
            <a:r>
              <a:rPr dirty="0"/>
              <a:t> </a:t>
            </a:r>
            <a:r>
              <a:rPr dirty="0" err="1"/>
              <a:t>stanje</a:t>
            </a:r>
            <a:r>
              <a:rPr dirty="0"/>
              <a:t> </a:t>
            </a:r>
            <a:r>
              <a:rPr dirty="0" err="1"/>
              <a:t>sveta</a:t>
            </a:r>
            <a:r>
              <a:rPr dirty="0"/>
              <a:t> u </a:t>
            </a:r>
            <a:r>
              <a:rPr dirty="0" err="1"/>
              <a:t>prošlost</a:t>
            </a:r>
            <a:endParaRPr dirty="0"/>
          </a:p>
          <a:p>
            <a:r>
              <a:rPr dirty="0"/>
              <a:t>Fer hit </a:t>
            </a:r>
            <a:r>
              <a:rPr dirty="0" err="1"/>
              <a:t>detekcija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D16B3B-8BA6-E600-EC4B-379ED4194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066012"/>
            <a:ext cx="4447726" cy="33971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710FE8-EE18-E210-5835-ABACCFAE4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19" y="3880900"/>
            <a:ext cx="3673014" cy="154344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Korak 7 – RPC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709" y="2011680"/>
            <a:ext cx="5300692" cy="1585762"/>
          </a:xfrm>
        </p:spPr>
        <p:txBody>
          <a:bodyPr/>
          <a:lstStyle/>
          <a:p>
            <a:r>
              <a:rPr dirty="0"/>
              <a:t>RPC </a:t>
            </a:r>
            <a:r>
              <a:rPr lang="en-US" dirty="0"/>
              <a:t>-</a:t>
            </a:r>
            <a:r>
              <a:rPr dirty="0"/>
              <a:t> Remote Procedure Call</a:t>
            </a:r>
          </a:p>
          <a:p>
            <a:r>
              <a:rPr dirty="0"/>
              <a:t>Server </a:t>
            </a:r>
            <a:r>
              <a:rPr dirty="0" err="1"/>
              <a:t>šalje</a:t>
            </a:r>
            <a:r>
              <a:rPr dirty="0"/>
              <a:t> </a:t>
            </a:r>
            <a:r>
              <a:rPr dirty="0" err="1"/>
              <a:t>događaj</a:t>
            </a:r>
            <a:r>
              <a:rPr dirty="0"/>
              <a:t> </a:t>
            </a:r>
            <a:r>
              <a:rPr dirty="0" err="1"/>
              <a:t>svim</a:t>
            </a:r>
            <a:r>
              <a:rPr dirty="0"/>
              <a:t> </a:t>
            </a:r>
            <a:r>
              <a:rPr dirty="0" err="1"/>
              <a:t>klijentima</a:t>
            </a:r>
            <a:endParaRPr dirty="0"/>
          </a:p>
          <a:p>
            <a:r>
              <a:rPr dirty="0" err="1"/>
              <a:t>RpcOnDeath</a:t>
            </a:r>
            <a:r>
              <a:rPr dirty="0"/>
              <a:t>() </a:t>
            </a:r>
            <a:r>
              <a:rPr dirty="0" err="1"/>
              <a:t>uklanja</a:t>
            </a:r>
            <a:r>
              <a:rPr dirty="0"/>
              <a:t> </a:t>
            </a:r>
            <a:r>
              <a:rPr dirty="0" err="1"/>
              <a:t>objekat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C14FB2-16F9-4DEA-9755-0C7E40907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96" y="3428999"/>
            <a:ext cx="5740915" cy="261012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Flow</a:t>
            </a:r>
            <a:r>
              <a:rPr lang="sr-Latn-RS" dirty="0"/>
              <a:t> projekta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019" y="2011680"/>
            <a:ext cx="7772400" cy="1988820"/>
          </a:xfrm>
        </p:spPr>
        <p:txBody>
          <a:bodyPr/>
          <a:lstStyle/>
          <a:p>
            <a:r>
              <a:rPr dirty="0"/>
              <a:t>Client </a:t>
            </a:r>
            <a:r>
              <a:rPr dirty="0" err="1"/>
              <a:t>šalje</a:t>
            </a:r>
            <a:r>
              <a:rPr dirty="0"/>
              <a:t> input → Runner</a:t>
            </a:r>
          </a:p>
          <a:p>
            <a:r>
              <a:rPr dirty="0" err="1"/>
              <a:t>StateAuthority</a:t>
            </a:r>
            <a:r>
              <a:rPr dirty="0"/>
              <a:t> </a:t>
            </a:r>
            <a:r>
              <a:rPr dirty="0" err="1"/>
              <a:t>menja</a:t>
            </a:r>
            <a:r>
              <a:rPr dirty="0"/>
              <a:t> </a:t>
            </a:r>
            <a:r>
              <a:rPr dirty="0" err="1"/>
              <a:t>stanje</a:t>
            </a:r>
            <a:endParaRPr dirty="0"/>
          </a:p>
          <a:p>
            <a:r>
              <a:rPr dirty="0"/>
              <a:t>Networked sync</a:t>
            </a:r>
          </a:p>
          <a:p>
            <a:r>
              <a:rPr dirty="0"/>
              <a:t>RPC </a:t>
            </a:r>
            <a:r>
              <a:rPr dirty="0" err="1"/>
              <a:t>obaveštava</a:t>
            </a:r>
            <a:r>
              <a:rPr dirty="0"/>
              <a:t> </a:t>
            </a:r>
            <a:r>
              <a:rPr dirty="0" err="1"/>
              <a:t>klijent</a:t>
            </a:r>
            <a:r>
              <a:rPr lang="en-US" dirty="0" err="1"/>
              <a:t>e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03445F7-FD8B-494B-8F82-8DFCE98D1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E97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26A9BA-045C-45E7-AF03-BAE3E00AF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eo Project 2">
            <a:hlinkClick r:id="" action="ppaction://media"/>
            <a:extLst>
              <a:ext uri="{FF2B5EF4-FFF2-40B4-BE49-F238E27FC236}">
                <a16:creationId xmlns:a16="http://schemas.microsoft.com/office/drawing/2014/main" id="{FF687DD7-2422-0341-9035-D8025E467708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21233" y="1262265"/>
            <a:ext cx="7695819" cy="432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87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34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/>
              <a:t>Zaključak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BFA7A4A-C46D-0A36-2169-A254E75E0A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907" y="2756103"/>
            <a:ext cx="908462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Photon Fusion se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pokazao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stabilan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fleksibilan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razvoj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 multiplayer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igara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 Unity-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Jasna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arhitektura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dobra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dokumentacija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ugrađeni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(Runner, RPC,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LagCompensation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olakšavaju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razvoj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ubrzavaju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implementaciju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Pogodan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kako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za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koji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ulaze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 multiplayer,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tako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za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napredne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timove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kojima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bitni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kontrola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skalabilnost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27444-6B22-7988-5529-E69FE3476E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Hvala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sr-Latn-RS" dirty="0"/>
              <a:t>pažnji!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8282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173</TotalTime>
  <Words>1536</Words>
  <Application>Microsoft Office PowerPoint</Application>
  <PresentationFormat>On-screen Show (4:3)</PresentationFormat>
  <Paragraphs>110</Paragraphs>
  <Slides>21</Slides>
  <Notes>9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Abadi</vt:lpstr>
      <vt:lpstr>Aptos</vt:lpstr>
      <vt:lpstr>Arial</vt:lpstr>
      <vt:lpstr>Wingdings</vt:lpstr>
      <vt:lpstr>Banded</vt:lpstr>
      <vt:lpstr>Photon Fusion – Unity Multiplayer FPS</vt:lpstr>
      <vt:lpstr>Sadržaj</vt:lpstr>
      <vt:lpstr>Photon Fusion</vt:lpstr>
      <vt:lpstr>Fusion vs Alternative</vt:lpstr>
      <vt:lpstr>Pre početka – Integracija Photon Fusion u Unity (1/3)</vt:lpstr>
      <vt:lpstr>Pre početka – Integracija Photon Fusion u Unity (2/3)</vt:lpstr>
      <vt:lpstr>Pre početka – App ID i Project Settings (3/3)</vt:lpstr>
      <vt:lpstr>PowerPoint Presentation</vt:lpstr>
      <vt:lpstr>Korak 1 – Network Runner (start sesije)</vt:lpstr>
      <vt:lpstr>Korak 2 – INetworkRunnerCallbacks</vt:lpstr>
      <vt:lpstr>Korak 3 –NetworkObject i Player Prefab</vt:lpstr>
      <vt:lpstr>Korak 4 – Input System</vt:lpstr>
      <vt:lpstr>Korak 5 – Sinhronizacija kretanja</vt:lpstr>
      <vt:lpstr>Specijalno: Networked property ([Networked])</vt:lpstr>
      <vt:lpstr>PowerPoint Presentation</vt:lpstr>
      <vt:lpstr>Korak 6 – Weapon i Lag Compensation</vt:lpstr>
      <vt:lpstr>Korak 7 – RPC</vt:lpstr>
      <vt:lpstr>Flow projekta</vt:lpstr>
      <vt:lpstr>PowerPoint Presentation</vt:lpstr>
      <vt:lpstr>Zaključak</vt:lpstr>
      <vt:lpstr>Hvala na pažnji!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Milos Stanojevic</cp:lastModifiedBy>
  <cp:revision>13</cp:revision>
  <dcterms:created xsi:type="dcterms:W3CDTF">2013-01-27T09:14:16Z</dcterms:created>
  <dcterms:modified xsi:type="dcterms:W3CDTF">2026-02-09T18:26:12Z</dcterms:modified>
  <cp:category/>
</cp:coreProperties>
</file>