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9" r:id="rId3"/>
    <p:sldId id="257" r:id="rId4"/>
    <p:sldId id="258" r:id="rId5"/>
    <p:sldId id="270" r:id="rId6"/>
    <p:sldId id="271" r:id="rId7"/>
    <p:sldId id="272" r:id="rId8"/>
    <p:sldId id="274" r:id="rId9"/>
    <p:sldId id="260" r:id="rId10"/>
    <p:sldId id="261" r:id="rId11"/>
    <p:sldId id="262" r:id="rId12"/>
    <p:sldId id="263" r:id="rId13"/>
    <p:sldId id="264" r:id="rId14"/>
    <p:sldId id="273" r:id="rId15"/>
    <p:sldId id="275" r:id="rId16"/>
    <p:sldId id="265" r:id="rId17"/>
    <p:sldId id="266" r:id="rId18"/>
    <p:sldId id="267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 snapToObjects="1">
      <p:cViewPr varScale="1">
        <p:scale>
          <a:sx n="159" d="100"/>
          <a:sy n="159" d="100"/>
        </p:scale>
        <p:origin x="185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2059012"/>
            <a:ext cx="9146751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19" y="2166365"/>
            <a:ext cx="8603674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70315"/>
            <a:ext cx="6858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15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3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2059012"/>
            <a:ext cx="9146751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2208879"/>
            <a:ext cx="78867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984400"/>
            <a:ext cx="78867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0405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797" y="2011680"/>
            <a:ext cx="365760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2011680"/>
            <a:ext cx="365760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58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913470"/>
            <a:ext cx="365760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656566"/>
            <a:ext cx="365760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428" y="1913470"/>
            <a:ext cx="365760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0428" y="2656564"/>
            <a:ext cx="365760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37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39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090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2148840"/>
            <a:ext cx="4572000" cy="38404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92568" y="2147487"/>
            <a:ext cx="256032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441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0" y="2211494"/>
            <a:ext cx="4754880" cy="384048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85351" y="2150621"/>
            <a:ext cx="256032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58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26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609600"/>
            <a:ext cx="1801785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609600"/>
            <a:ext cx="5979968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22855"/>
            <a:ext cx="20573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6422855"/>
            <a:ext cx="32097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6422855"/>
            <a:ext cx="659819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524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76109"/>
            <a:ext cx="9141714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019" y="284176"/>
            <a:ext cx="777240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019" y="2011680"/>
            <a:ext cx="7772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557" y="6422855"/>
            <a:ext cx="2595043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1000" y="6422855"/>
            <a:ext cx="40606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65139" y="6422855"/>
            <a:ext cx="709698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7627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163" y="2173062"/>
            <a:ext cx="8603674" cy="1739347"/>
          </a:xfrm>
        </p:spPr>
        <p:txBody>
          <a:bodyPr>
            <a:noAutofit/>
          </a:bodyPr>
          <a:lstStyle/>
          <a:p>
            <a:r>
              <a:rPr sz="4800" dirty="0"/>
              <a:t>Photon Fusion – Unity Multiplayer FPS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729DE48-5209-9D0F-EB28-F596DBB42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9450" y="6471560"/>
            <a:ext cx="2114550" cy="390070"/>
          </a:xfrm>
        </p:spPr>
        <p:txBody>
          <a:bodyPr/>
          <a:lstStyle/>
          <a:p>
            <a:r>
              <a:rPr lang="sr-Latn-RS" dirty="0"/>
              <a:t>Miloš Stanojević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Sadržaj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sr-Latn-RS" dirty="0"/>
              <a:t>Photon Fusion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Fusion vs Alternative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Network Runner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Spawn igrača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Slanje inputa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Sinhronizacija kretanja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Pucanje i LagCompensation</a:t>
            </a:r>
          </a:p>
          <a:p>
            <a:pPr marL="457200" indent="-457200">
              <a:buFont typeface="+mj-lt"/>
              <a:buAutoNum type="arabicParenR"/>
            </a:pPr>
            <a:r>
              <a:rPr lang="sr-Latn-RS" dirty="0"/>
              <a:t>RPC događaji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Photon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Real‑time networking </a:t>
            </a:r>
            <a:r>
              <a:rPr dirty="0" err="1"/>
              <a:t>biblioteka</a:t>
            </a:r>
            <a:r>
              <a:rPr dirty="0"/>
              <a:t> za Unity</a:t>
            </a:r>
          </a:p>
          <a:p>
            <a:r>
              <a:rPr dirty="0"/>
              <a:t>Tick-based </a:t>
            </a:r>
            <a:r>
              <a:rPr dirty="0" err="1"/>
              <a:t>simulacija</a:t>
            </a:r>
            <a:endParaRPr dirty="0"/>
          </a:p>
          <a:p>
            <a:r>
              <a:rPr dirty="0" err="1"/>
              <a:t>StateAuthority</a:t>
            </a:r>
            <a:r>
              <a:rPr dirty="0"/>
              <a:t> / </a:t>
            </a:r>
            <a:r>
              <a:rPr dirty="0" err="1"/>
              <a:t>InputAuthority</a:t>
            </a:r>
            <a:r>
              <a:rPr dirty="0"/>
              <a:t> model</a:t>
            </a:r>
          </a:p>
          <a:p>
            <a:r>
              <a:rPr dirty="0" err="1"/>
              <a:t>Fokus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performansama</a:t>
            </a:r>
            <a:r>
              <a:rPr dirty="0"/>
              <a:t> za FPS </a:t>
            </a:r>
            <a:r>
              <a:rPr dirty="0" err="1"/>
              <a:t>igre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Fusion vs Alternative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Fusion → </a:t>
            </a:r>
            <a:r>
              <a:rPr dirty="0" err="1"/>
              <a:t>deterministički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brz</a:t>
            </a:r>
            <a:endParaRPr dirty="0"/>
          </a:p>
          <a:p>
            <a:r>
              <a:rPr dirty="0"/>
              <a:t>PUN → </a:t>
            </a:r>
            <a:r>
              <a:rPr dirty="0" err="1"/>
              <a:t>jednostavniji</a:t>
            </a:r>
            <a:r>
              <a:rPr dirty="0"/>
              <a:t> </a:t>
            </a:r>
            <a:r>
              <a:rPr dirty="0" err="1"/>
              <a:t>ali</a:t>
            </a:r>
            <a:r>
              <a:rPr dirty="0"/>
              <a:t> </a:t>
            </a:r>
            <a:r>
              <a:rPr dirty="0" err="1"/>
              <a:t>manje</a:t>
            </a:r>
            <a:r>
              <a:rPr dirty="0"/>
              <a:t> </a:t>
            </a:r>
            <a:r>
              <a:rPr dirty="0" err="1"/>
              <a:t>skalabilan</a:t>
            </a:r>
            <a:endParaRPr dirty="0"/>
          </a:p>
          <a:p>
            <a:r>
              <a:rPr dirty="0"/>
              <a:t>Mirror → </a:t>
            </a:r>
            <a:r>
              <a:rPr dirty="0" err="1"/>
              <a:t>više</a:t>
            </a:r>
            <a:r>
              <a:rPr dirty="0"/>
              <a:t> </a:t>
            </a:r>
            <a:r>
              <a:rPr dirty="0" err="1"/>
              <a:t>manuelne</a:t>
            </a:r>
            <a:r>
              <a:rPr dirty="0"/>
              <a:t> </a:t>
            </a:r>
            <a:r>
              <a:rPr dirty="0" err="1"/>
              <a:t>logike</a:t>
            </a:r>
            <a:endParaRPr dirty="0"/>
          </a:p>
          <a:p>
            <a:r>
              <a:rPr dirty="0" err="1"/>
              <a:t>Netcode</a:t>
            </a:r>
            <a:r>
              <a:rPr dirty="0"/>
              <a:t> for GO → basic feature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 početka – Integracija Photon Fusion u Unity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6738465" cy="1465446"/>
          </a:xfrm>
        </p:spPr>
        <p:txBody>
          <a:bodyPr/>
          <a:lstStyle/>
          <a:p>
            <a:r>
              <a:rPr dirty="0"/>
              <a:t>1) Photon </a:t>
            </a:r>
            <a:r>
              <a:rPr dirty="0" err="1"/>
              <a:t>nalog</a:t>
            </a:r>
            <a:r>
              <a:rPr dirty="0"/>
              <a:t> (Photon Dashboard)</a:t>
            </a:r>
          </a:p>
          <a:p>
            <a:r>
              <a:rPr dirty="0"/>
              <a:t>2) </a:t>
            </a:r>
            <a:r>
              <a:rPr lang="en-US" dirty="0" err="1"/>
              <a:t>Kreirati</a:t>
            </a:r>
            <a:r>
              <a:rPr lang="en-US" dirty="0"/>
              <a:t> </a:t>
            </a:r>
            <a:r>
              <a:rPr dirty="0"/>
              <a:t>novi 'App' </a:t>
            </a:r>
            <a:r>
              <a:rPr dirty="0" err="1"/>
              <a:t>projekat</a:t>
            </a:r>
            <a:r>
              <a:rPr dirty="0"/>
              <a:t> (tip: Fusion/Realtime)</a:t>
            </a:r>
          </a:p>
          <a:p>
            <a:r>
              <a:rPr dirty="0"/>
              <a:t>3) </a:t>
            </a:r>
            <a:r>
              <a:rPr dirty="0" err="1"/>
              <a:t>Sačuv</a:t>
            </a:r>
            <a:r>
              <a:rPr lang="en-US" dirty="0" err="1"/>
              <a:t>ati</a:t>
            </a:r>
            <a:r>
              <a:rPr dirty="0"/>
              <a:t> App ID (</a:t>
            </a:r>
            <a:r>
              <a:rPr dirty="0" err="1"/>
              <a:t>biće</a:t>
            </a:r>
            <a:r>
              <a:rPr dirty="0"/>
              <a:t> </a:t>
            </a:r>
            <a:r>
              <a:rPr dirty="0" err="1"/>
              <a:t>potreban</a:t>
            </a:r>
            <a:r>
              <a:rPr dirty="0"/>
              <a:t> u Unity-</a:t>
            </a:r>
            <a:r>
              <a:rPr dirty="0" err="1"/>
              <a:t>ju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CADDC-F845-FC32-8FFE-75C18D47C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468" y="3555332"/>
            <a:ext cx="3970421" cy="28574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1B29E-BA79-108A-704E-A9C408178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1" y="3555332"/>
            <a:ext cx="5023183" cy="24235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 početka – Integracija Photon Fusion u Unity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930041"/>
          </a:xfrm>
        </p:spPr>
        <p:txBody>
          <a:bodyPr/>
          <a:lstStyle/>
          <a:p>
            <a:r>
              <a:rPr dirty="0"/>
              <a:t>U Unity-</a:t>
            </a:r>
            <a:r>
              <a:rPr dirty="0" err="1"/>
              <a:t>ju</a:t>
            </a:r>
            <a:r>
              <a:rPr dirty="0"/>
              <a:t> </a:t>
            </a:r>
            <a:r>
              <a:rPr dirty="0" err="1"/>
              <a:t>instalira</a:t>
            </a:r>
            <a:r>
              <a:rPr lang="en-US" dirty="0" err="1"/>
              <a:t>ti</a:t>
            </a:r>
            <a:r>
              <a:rPr dirty="0"/>
              <a:t> Photon Fusion </a:t>
            </a:r>
            <a:r>
              <a:rPr dirty="0" err="1"/>
              <a:t>paket</a:t>
            </a:r>
            <a:endParaRPr dirty="0"/>
          </a:p>
          <a:p>
            <a:r>
              <a:rPr dirty="0" err="1"/>
              <a:t>Najčešće</a:t>
            </a:r>
            <a:r>
              <a:rPr dirty="0"/>
              <a:t> </a:t>
            </a:r>
            <a:r>
              <a:rPr dirty="0" err="1"/>
              <a:t>kroz</a:t>
            </a:r>
            <a:r>
              <a:rPr dirty="0"/>
              <a:t> Package Manager (</a:t>
            </a:r>
            <a:r>
              <a:rPr dirty="0" err="1"/>
              <a:t>ili</a:t>
            </a:r>
            <a:r>
              <a:rPr dirty="0"/>
              <a:t> import .</a:t>
            </a:r>
            <a:r>
              <a:rPr dirty="0" err="1"/>
              <a:t>unitypackage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EB78E-59F6-51B7-9041-566D154D4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377" y="3001162"/>
            <a:ext cx="4418374" cy="3145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65E7A9-DE77-9839-62A3-9CCA22AEC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729" y="3001162"/>
            <a:ext cx="3703223" cy="35726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 početka – App ID i Project Settings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442313" cy="1712094"/>
          </a:xfrm>
        </p:spPr>
        <p:txBody>
          <a:bodyPr/>
          <a:lstStyle/>
          <a:p>
            <a:r>
              <a:rPr dirty="0"/>
              <a:t>U </a:t>
            </a:r>
            <a:r>
              <a:rPr dirty="0" err="1"/>
              <a:t>projektu</a:t>
            </a:r>
            <a:r>
              <a:rPr dirty="0"/>
              <a:t> </a:t>
            </a:r>
            <a:r>
              <a:rPr dirty="0" err="1"/>
              <a:t>upi</a:t>
            </a:r>
            <a:r>
              <a:rPr lang="en-US" dirty="0" err="1"/>
              <a:t>sati</a:t>
            </a:r>
            <a:r>
              <a:rPr dirty="0"/>
              <a:t> App ID (</a:t>
            </a:r>
            <a:r>
              <a:rPr dirty="0" err="1"/>
              <a:t>PhotonAppSettings</a:t>
            </a:r>
            <a:r>
              <a:rPr dirty="0"/>
              <a:t> / Fusion settings)</a:t>
            </a:r>
          </a:p>
          <a:p>
            <a:r>
              <a:rPr dirty="0" err="1"/>
              <a:t>Otvori</a:t>
            </a:r>
            <a:r>
              <a:rPr dirty="0"/>
              <a:t> Network Project Settings</a:t>
            </a:r>
          </a:p>
          <a:p>
            <a:r>
              <a:rPr dirty="0" err="1"/>
              <a:t>Uključi</a:t>
            </a:r>
            <a:r>
              <a:rPr lang="en-US" dirty="0" err="1"/>
              <a:t>ti</a:t>
            </a:r>
            <a:r>
              <a:rPr dirty="0"/>
              <a:t> </a:t>
            </a:r>
            <a:r>
              <a:rPr dirty="0" err="1"/>
              <a:t>LagCompensation</a:t>
            </a:r>
            <a:r>
              <a:rPr dirty="0"/>
              <a:t> (za FPS hit </a:t>
            </a:r>
            <a:r>
              <a:rPr dirty="0" err="1"/>
              <a:t>detekciju</a:t>
            </a:r>
            <a:r>
              <a:rPr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3A26EB-619A-7FAA-1B5E-E82C12742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3" y="3723774"/>
            <a:ext cx="3681475" cy="25954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647EAC-D602-044A-FD40-CA14ABA6F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847" y="4010955"/>
            <a:ext cx="5181700" cy="20210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E683E7-4C7E-4173-8597-B85892D015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99B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9973DA-A6EE-4188-B927-0531F1B0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2" y="176109"/>
            <a:ext cx="9141714" cy="65314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650928-F298-862A-052F-1342F03BCE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18" r="-1" b="57218"/>
          <a:stretch>
            <a:fillRect/>
          </a:stretch>
        </p:blipFill>
        <p:spPr>
          <a:xfrm>
            <a:off x="2257598" y="3199266"/>
            <a:ext cx="4627242" cy="31518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4DE5F7-F275-351E-AEF4-D32ACFD3E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904" y="351065"/>
            <a:ext cx="3847137" cy="249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16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Korak </a:t>
            </a:r>
            <a:r>
              <a:rPr dirty="0">
                <a:latin typeface="Abadi" panose="020B0604020104020204" pitchFamily="34" charset="0"/>
              </a:rPr>
              <a:t>1</a:t>
            </a:r>
            <a:r>
              <a:rPr dirty="0"/>
              <a:t> – Network</a:t>
            </a:r>
            <a:r>
              <a:rPr lang="sr-Latn-RS" dirty="0"/>
              <a:t> </a:t>
            </a:r>
            <a:r>
              <a:rPr dirty="0"/>
              <a:t>Runner (start </a:t>
            </a:r>
            <a:r>
              <a:rPr dirty="0" err="1"/>
              <a:t>sesije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06867"/>
            <a:ext cx="7772400" cy="1508760"/>
          </a:xfrm>
        </p:spPr>
        <p:txBody>
          <a:bodyPr/>
          <a:lstStyle/>
          <a:p>
            <a:r>
              <a:rPr lang="en-US" dirty="0"/>
              <a:t>Runner je „</a:t>
            </a:r>
            <a:r>
              <a:rPr lang="en-US" dirty="0" err="1"/>
              <a:t>srce</a:t>
            </a:r>
            <a:r>
              <a:rPr lang="en-US" dirty="0"/>
              <a:t>“ Fusion </a:t>
            </a:r>
            <a:r>
              <a:rPr lang="en-US" dirty="0" err="1"/>
              <a:t>simulacije</a:t>
            </a:r>
            <a:endParaRPr lang="en-US" dirty="0"/>
          </a:p>
          <a:p>
            <a:r>
              <a:rPr lang="en-US" dirty="0" err="1"/>
              <a:t>Pokreće</a:t>
            </a:r>
            <a:r>
              <a:rPr lang="en-US" dirty="0"/>
              <a:t> </a:t>
            </a:r>
            <a:r>
              <a:rPr lang="en-US" dirty="0" err="1"/>
              <a:t>sesiju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tick loop</a:t>
            </a:r>
          </a:p>
          <a:p>
            <a:r>
              <a:rPr lang="en-US" dirty="0"/>
              <a:t>Host vs Client vs Shared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5F531-F4AD-4813-6F74-7A6F56AAD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382" y="3841361"/>
            <a:ext cx="6021674" cy="27324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2189" y="284176"/>
            <a:ext cx="7338060" cy="1508760"/>
          </a:xfrm>
        </p:spPr>
        <p:txBody>
          <a:bodyPr>
            <a:normAutofit fontScale="90000"/>
          </a:bodyPr>
          <a:lstStyle/>
          <a:p>
            <a:r>
              <a:rPr lang="en-US"/>
              <a:t>Korak 2 – INetworkRunnerCallbacks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6CE824-82F8-8B56-DEFF-F8D522572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354" y="1852863"/>
            <a:ext cx="3788230" cy="493580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5194" y="1852863"/>
            <a:ext cx="3975055" cy="1221205"/>
          </a:xfrm>
        </p:spPr>
        <p:txBody>
          <a:bodyPr>
            <a:normAutofit fontScale="92500"/>
          </a:bodyPr>
          <a:lstStyle/>
          <a:p>
            <a:r>
              <a:rPr lang="sr-Latn-RS" sz="1600" dirty="0"/>
              <a:t>NetworkController implementira callbacks</a:t>
            </a:r>
          </a:p>
          <a:p>
            <a:r>
              <a:rPr lang="sr-Latn-RS" sz="1600" dirty="0"/>
              <a:t>OnPlayerJoined → spawn igrača</a:t>
            </a:r>
          </a:p>
          <a:p>
            <a:r>
              <a:rPr lang="sr-Latn-RS" sz="1600" dirty="0"/>
              <a:t>OnPlayerLeft → despawn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E33FEC-1EF5-08F5-8557-8EB821E2E9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194" y="3133995"/>
            <a:ext cx="4740898" cy="27075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2189" y="284176"/>
            <a:ext cx="7338060" cy="1508760"/>
          </a:xfrm>
        </p:spPr>
        <p:txBody>
          <a:bodyPr>
            <a:normAutofit/>
          </a:bodyPr>
          <a:lstStyle/>
          <a:p>
            <a:r>
              <a:rPr lang="en-US" cap="none" dirty="0">
                <a:latin typeface="+mn-lt"/>
              </a:rPr>
              <a:t>Korak 3 –Network</a:t>
            </a:r>
            <a:r>
              <a:rPr lang="sr-Latn-RS" cap="none" dirty="0">
                <a:latin typeface="+mn-lt"/>
              </a:rPr>
              <a:t>O</a:t>
            </a:r>
            <a:r>
              <a:rPr lang="en-US" cap="none" dirty="0" err="1">
                <a:latin typeface="+mn-lt"/>
              </a:rPr>
              <a:t>bject</a:t>
            </a:r>
            <a:r>
              <a:rPr lang="en-US" cap="none" dirty="0">
                <a:latin typeface="+mn-lt"/>
              </a:rPr>
              <a:t> </a:t>
            </a:r>
            <a:r>
              <a:rPr lang="sr-Latn-RS" cap="none" dirty="0">
                <a:latin typeface="+mn-lt"/>
              </a:rPr>
              <a:t>i</a:t>
            </a:r>
            <a:r>
              <a:rPr lang="en-US" cap="none" dirty="0">
                <a:latin typeface="+mn-lt"/>
              </a:rPr>
              <a:t> Player Prefab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7A3790-EB22-E252-3171-61411D47A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9" y="2120054"/>
            <a:ext cx="5692620" cy="377136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999" y="2045111"/>
            <a:ext cx="3406622" cy="1624522"/>
          </a:xfrm>
        </p:spPr>
        <p:txBody>
          <a:bodyPr>
            <a:normAutofit/>
          </a:bodyPr>
          <a:lstStyle/>
          <a:p>
            <a:r>
              <a:rPr lang="en-US" sz="1600" dirty="0" err="1"/>
              <a:t>Svaki</a:t>
            </a:r>
            <a:r>
              <a:rPr lang="en-US" sz="1600" dirty="0"/>
              <a:t> </a:t>
            </a:r>
            <a:r>
              <a:rPr lang="en-US" sz="1600" dirty="0" err="1"/>
              <a:t>mrežni</a:t>
            </a:r>
            <a:r>
              <a:rPr lang="en-US" sz="1600" dirty="0"/>
              <a:t> </a:t>
            </a:r>
            <a:r>
              <a:rPr lang="en-US" sz="1600" dirty="0" err="1"/>
              <a:t>objekat</a:t>
            </a:r>
            <a:r>
              <a:rPr lang="en-US" sz="1600" dirty="0"/>
              <a:t> mora </a:t>
            </a:r>
            <a:r>
              <a:rPr lang="en-US" sz="1600" dirty="0" err="1"/>
              <a:t>imati</a:t>
            </a:r>
            <a:r>
              <a:rPr lang="en-US" sz="1600" dirty="0"/>
              <a:t> </a:t>
            </a:r>
            <a:r>
              <a:rPr lang="en-US" sz="1600" dirty="0" err="1"/>
              <a:t>NetworkObject</a:t>
            </a:r>
            <a:endParaRPr lang="en-US" sz="1600" dirty="0"/>
          </a:p>
          <a:p>
            <a:r>
              <a:rPr lang="en-US" sz="1600" dirty="0"/>
              <a:t>Player </a:t>
            </a:r>
            <a:r>
              <a:rPr lang="en-US" sz="1600" dirty="0" err="1"/>
              <a:t>implementira</a:t>
            </a:r>
            <a:r>
              <a:rPr lang="en-US" sz="1600" dirty="0"/>
              <a:t> </a:t>
            </a:r>
            <a:r>
              <a:rPr lang="en-US" sz="1600" dirty="0" err="1"/>
              <a:t>NetworkBehaviour</a:t>
            </a:r>
            <a:endParaRPr lang="en-US" sz="1600" dirty="0"/>
          </a:p>
          <a:p>
            <a:r>
              <a:rPr lang="en-US" sz="1600" dirty="0"/>
              <a:t>Camera </a:t>
            </a:r>
            <a:r>
              <a:rPr lang="en-US" sz="1600" dirty="0" err="1"/>
              <a:t>lokalna</a:t>
            </a:r>
            <a:r>
              <a:rPr lang="en-US" sz="1600" dirty="0"/>
              <a:t>, Weapon </a:t>
            </a:r>
            <a:r>
              <a:rPr lang="en-US" sz="1600" dirty="0" err="1"/>
              <a:t>mrežno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Korak 4 – Input S</a:t>
            </a:r>
            <a:r>
              <a:rPr lang="en-US" dirty="0"/>
              <a:t>y</a:t>
            </a:r>
            <a:r>
              <a:rPr dirty="0"/>
              <a:t>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1508760"/>
          </a:xfrm>
        </p:spPr>
        <p:txBody>
          <a:bodyPr/>
          <a:lstStyle/>
          <a:p>
            <a:r>
              <a:rPr dirty="0" err="1"/>
              <a:t>OnInput</a:t>
            </a:r>
            <a:r>
              <a:rPr dirty="0"/>
              <a:t>() </a:t>
            </a:r>
            <a:r>
              <a:rPr dirty="0" err="1"/>
              <a:t>prikuplja</a:t>
            </a:r>
            <a:r>
              <a:rPr dirty="0"/>
              <a:t> input </a:t>
            </a:r>
            <a:r>
              <a:rPr dirty="0" err="1"/>
              <a:t>lokalno</a:t>
            </a:r>
            <a:endParaRPr dirty="0"/>
          </a:p>
          <a:p>
            <a:r>
              <a:rPr dirty="0" err="1"/>
              <a:t>GetInput</a:t>
            </a:r>
            <a:r>
              <a:rPr dirty="0"/>
              <a:t>() </a:t>
            </a:r>
            <a:r>
              <a:rPr dirty="0" err="1"/>
              <a:t>koristi</a:t>
            </a:r>
            <a:r>
              <a:rPr dirty="0"/>
              <a:t> input u tick-u</a:t>
            </a:r>
          </a:p>
          <a:p>
            <a:r>
              <a:rPr dirty="0"/>
              <a:t>Update</a:t>
            </a:r>
            <a:r>
              <a:rPr lang="sr-Latn-RS" dirty="0"/>
              <a:t>() vs </a:t>
            </a:r>
            <a:r>
              <a:rPr lang="en-US" dirty="0" err="1"/>
              <a:t>FixedUpdateNetwork</a:t>
            </a:r>
            <a:r>
              <a:rPr lang="sr-Latn-RS" dirty="0"/>
              <a:t>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EB648-1D61-E70B-43A1-80AC39CE8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189" y="3857756"/>
            <a:ext cx="4906060" cy="17052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Korak 5 – Sinhronizacija kretanja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792" y="2011680"/>
            <a:ext cx="4972455" cy="942073"/>
          </a:xfrm>
        </p:spPr>
        <p:txBody>
          <a:bodyPr/>
          <a:lstStyle/>
          <a:p>
            <a:r>
              <a:rPr dirty="0"/>
              <a:t>Yaw </a:t>
            </a:r>
            <a:r>
              <a:rPr dirty="0" err="1"/>
              <a:t>i</a:t>
            </a:r>
            <a:r>
              <a:rPr lang="sr-Latn-RS" dirty="0"/>
              <a:t> </a:t>
            </a:r>
            <a:r>
              <a:rPr dirty="0" err="1"/>
              <a:t>NetworkTransform</a:t>
            </a:r>
            <a:endParaRPr dirty="0"/>
          </a:p>
          <a:p>
            <a:r>
              <a:rPr dirty="0"/>
              <a:t>Pitch mora </a:t>
            </a:r>
            <a:r>
              <a:rPr dirty="0" err="1"/>
              <a:t>biti</a:t>
            </a:r>
            <a:r>
              <a:rPr dirty="0"/>
              <a:t> Networked property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DB26A-144F-1726-BDD9-9D5613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217" y="1918905"/>
            <a:ext cx="3960991" cy="4654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AB69C9-45DD-828B-CDB9-2E89F647D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57" y="3231397"/>
            <a:ext cx="4446243" cy="26553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Specijalno: Networked property ([Networked])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7772400" cy="2825015"/>
          </a:xfrm>
        </p:spPr>
        <p:txBody>
          <a:bodyPr/>
          <a:lstStyle/>
          <a:p>
            <a:r>
              <a:rPr dirty="0" err="1"/>
              <a:t>Promenljive</a:t>
            </a:r>
            <a:r>
              <a:rPr dirty="0"/>
              <a:t> </a:t>
            </a:r>
            <a:r>
              <a:rPr dirty="0" err="1"/>
              <a:t>označene</a:t>
            </a:r>
            <a:r>
              <a:rPr dirty="0"/>
              <a:t> [Networked] </a:t>
            </a:r>
            <a:r>
              <a:rPr dirty="0" err="1"/>
              <a:t>su</a:t>
            </a:r>
            <a:r>
              <a:rPr dirty="0"/>
              <a:t> deo </a:t>
            </a:r>
            <a:r>
              <a:rPr dirty="0" err="1"/>
              <a:t>mrežnog</a:t>
            </a:r>
            <a:r>
              <a:rPr dirty="0"/>
              <a:t> </a:t>
            </a:r>
            <a:r>
              <a:rPr dirty="0" err="1"/>
              <a:t>stanja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repliciraju</a:t>
            </a:r>
            <a:r>
              <a:rPr dirty="0"/>
              <a:t> se </a:t>
            </a:r>
            <a:r>
              <a:rPr dirty="0" err="1"/>
              <a:t>klijentima</a:t>
            </a:r>
            <a:endParaRPr dirty="0"/>
          </a:p>
          <a:p>
            <a:r>
              <a:rPr dirty="0"/>
              <a:t>Menja </a:t>
            </a:r>
            <a:r>
              <a:rPr dirty="0" err="1"/>
              <a:t>ih</a:t>
            </a:r>
            <a:r>
              <a:rPr dirty="0"/>
              <a:t> </a:t>
            </a:r>
            <a:r>
              <a:rPr dirty="0" err="1"/>
              <a:t>StateAuthority</a:t>
            </a:r>
            <a:r>
              <a:rPr dirty="0"/>
              <a:t> (host/server) – </a:t>
            </a:r>
            <a:r>
              <a:rPr dirty="0" err="1"/>
              <a:t>klijenti</a:t>
            </a:r>
            <a:r>
              <a:rPr dirty="0"/>
              <a:t> </a:t>
            </a:r>
            <a:r>
              <a:rPr dirty="0" err="1"/>
              <a:t>tipično</a:t>
            </a:r>
            <a:r>
              <a:rPr dirty="0"/>
              <a:t> </a:t>
            </a:r>
            <a:r>
              <a:rPr dirty="0" err="1"/>
              <a:t>samo</a:t>
            </a:r>
            <a:r>
              <a:rPr dirty="0"/>
              <a:t> </a:t>
            </a:r>
            <a:r>
              <a:rPr dirty="0" err="1"/>
              <a:t>čitaju</a:t>
            </a:r>
            <a:endParaRPr dirty="0"/>
          </a:p>
          <a:p>
            <a:r>
              <a:rPr dirty="0" err="1"/>
              <a:t>Koristi</a:t>
            </a:r>
            <a:r>
              <a:rPr dirty="0"/>
              <a:t> se za: Pitch, health, </a:t>
            </a:r>
            <a:r>
              <a:rPr dirty="0" err="1"/>
              <a:t>IsFiring</a:t>
            </a:r>
            <a:r>
              <a:rPr dirty="0"/>
              <a:t>, score…</a:t>
            </a:r>
          </a:p>
          <a:p>
            <a:r>
              <a:rPr dirty="0" err="1"/>
              <a:t>Praćenje</a:t>
            </a:r>
            <a:r>
              <a:rPr dirty="0"/>
              <a:t> </a:t>
            </a:r>
            <a:r>
              <a:rPr dirty="0" err="1"/>
              <a:t>promena</a:t>
            </a:r>
            <a:r>
              <a:rPr dirty="0"/>
              <a:t>: </a:t>
            </a:r>
            <a:r>
              <a:rPr dirty="0" err="1"/>
              <a:t>OnChanged</a:t>
            </a:r>
            <a:r>
              <a:rPr dirty="0"/>
              <a:t> / </a:t>
            </a:r>
            <a:r>
              <a:rPr dirty="0" err="1"/>
              <a:t>ChangeDetector</a:t>
            </a:r>
            <a:r>
              <a:rPr dirty="0"/>
              <a:t> (</a:t>
            </a:r>
            <a:r>
              <a:rPr dirty="0" err="1"/>
              <a:t>npr</a:t>
            </a:r>
            <a:r>
              <a:rPr dirty="0"/>
              <a:t>. za VFX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animacije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6E37985-09B8-4F09-93C7-44CB3EDE5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6198"/>
            <a:ext cx="9144000" cy="60056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0D514F-CA66-28ED-EAF1-F6DA0628F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74" y="745236"/>
            <a:ext cx="5313851" cy="536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4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Korak 6 – Weapon i Lag Compensation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019" y="2011680"/>
            <a:ext cx="5180376" cy="1417320"/>
          </a:xfrm>
        </p:spPr>
        <p:txBody>
          <a:bodyPr/>
          <a:lstStyle/>
          <a:p>
            <a:r>
              <a:rPr dirty="0" err="1"/>
              <a:t>Runner.LagCompensation.Raycast</a:t>
            </a:r>
            <a:endParaRPr dirty="0"/>
          </a:p>
          <a:p>
            <a:r>
              <a:rPr dirty="0"/>
              <a:t>Fusion </a:t>
            </a:r>
            <a:r>
              <a:rPr dirty="0" err="1"/>
              <a:t>vraća</a:t>
            </a:r>
            <a:r>
              <a:rPr dirty="0"/>
              <a:t> </a:t>
            </a:r>
            <a:r>
              <a:rPr dirty="0" err="1"/>
              <a:t>stanje</a:t>
            </a:r>
            <a:r>
              <a:rPr dirty="0"/>
              <a:t> </a:t>
            </a:r>
            <a:r>
              <a:rPr dirty="0" err="1"/>
              <a:t>sveta</a:t>
            </a:r>
            <a:r>
              <a:rPr dirty="0"/>
              <a:t> u </a:t>
            </a:r>
            <a:r>
              <a:rPr dirty="0" err="1"/>
              <a:t>prošlost</a:t>
            </a:r>
            <a:endParaRPr dirty="0"/>
          </a:p>
          <a:p>
            <a:r>
              <a:rPr dirty="0"/>
              <a:t>Fer hit </a:t>
            </a:r>
            <a:r>
              <a:rPr dirty="0" err="1"/>
              <a:t>detekcija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D16B3B-8BA6-E600-EC4B-379ED4194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066012"/>
            <a:ext cx="4447726" cy="33971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710FE8-EE18-E210-5835-ABACCFAE4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19" y="3880900"/>
            <a:ext cx="3673014" cy="15434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Korak 7 – RPC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09" y="2011680"/>
            <a:ext cx="5300692" cy="1585762"/>
          </a:xfrm>
        </p:spPr>
        <p:txBody>
          <a:bodyPr/>
          <a:lstStyle/>
          <a:p>
            <a:r>
              <a:rPr dirty="0"/>
              <a:t>RPC </a:t>
            </a:r>
            <a:r>
              <a:rPr lang="en-US" dirty="0"/>
              <a:t>-</a:t>
            </a:r>
            <a:r>
              <a:rPr dirty="0"/>
              <a:t> Remote Procedure Call</a:t>
            </a:r>
          </a:p>
          <a:p>
            <a:r>
              <a:rPr dirty="0"/>
              <a:t>Server </a:t>
            </a:r>
            <a:r>
              <a:rPr dirty="0" err="1"/>
              <a:t>šalje</a:t>
            </a:r>
            <a:r>
              <a:rPr dirty="0"/>
              <a:t> </a:t>
            </a:r>
            <a:r>
              <a:rPr dirty="0" err="1"/>
              <a:t>događaj</a:t>
            </a:r>
            <a:r>
              <a:rPr dirty="0"/>
              <a:t> </a:t>
            </a:r>
            <a:r>
              <a:rPr dirty="0" err="1"/>
              <a:t>svim</a:t>
            </a:r>
            <a:r>
              <a:rPr dirty="0"/>
              <a:t> </a:t>
            </a:r>
            <a:r>
              <a:rPr dirty="0" err="1"/>
              <a:t>klijentima</a:t>
            </a:r>
            <a:endParaRPr dirty="0"/>
          </a:p>
          <a:p>
            <a:r>
              <a:rPr dirty="0" err="1"/>
              <a:t>RpcOnDeath</a:t>
            </a:r>
            <a:r>
              <a:rPr dirty="0"/>
              <a:t>() </a:t>
            </a:r>
            <a:r>
              <a:rPr dirty="0" err="1"/>
              <a:t>uklanja</a:t>
            </a:r>
            <a:r>
              <a:rPr dirty="0"/>
              <a:t> </a:t>
            </a:r>
            <a:r>
              <a:rPr dirty="0" err="1"/>
              <a:t>objekat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14FB2-16F9-4DEA-9755-0C7E4090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96" y="3428999"/>
            <a:ext cx="5740915" cy="261012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Flow</a:t>
            </a:r>
            <a:r>
              <a:rPr lang="sr-Latn-RS" dirty="0"/>
              <a:t> projekta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Client </a:t>
            </a:r>
            <a:r>
              <a:rPr dirty="0" err="1"/>
              <a:t>šalje</a:t>
            </a:r>
            <a:r>
              <a:rPr dirty="0"/>
              <a:t> input → Runner</a:t>
            </a:r>
          </a:p>
          <a:p>
            <a:r>
              <a:rPr dirty="0" err="1"/>
              <a:t>StateAuthority</a:t>
            </a:r>
            <a:r>
              <a:rPr dirty="0"/>
              <a:t> </a:t>
            </a:r>
            <a:r>
              <a:rPr dirty="0" err="1"/>
              <a:t>menja</a:t>
            </a:r>
            <a:r>
              <a:rPr dirty="0"/>
              <a:t> </a:t>
            </a:r>
            <a:r>
              <a:rPr dirty="0" err="1"/>
              <a:t>stanje</a:t>
            </a:r>
            <a:endParaRPr dirty="0"/>
          </a:p>
          <a:p>
            <a:r>
              <a:rPr dirty="0"/>
              <a:t>Networked sync</a:t>
            </a:r>
          </a:p>
          <a:p>
            <a:r>
              <a:rPr dirty="0"/>
              <a:t>RPC </a:t>
            </a:r>
            <a:r>
              <a:rPr dirty="0" err="1"/>
              <a:t>obaveštava</a:t>
            </a:r>
            <a:r>
              <a:rPr dirty="0"/>
              <a:t> </a:t>
            </a:r>
            <a:r>
              <a:rPr dirty="0" err="1"/>
              <a:t>klijente</a:t>
            </a:r>
            <a:endParaRPr dirty="0"/>
          </a:p>
          <a:p>
            <a:r>
              <a:rPr dirty="0" err="1"/>
              <a:t>Ovde</a:t>
            </a:r>
            <a:r>
              <a:rPr dirty="0"/>
              <a:t> </a:t>
            </a:r>
            <a:r>
              <a:rPr dirty="0" err="1"/>
              <a:t>ubaci</a:t>
            </a:r>
            <a:r>
              <a:rPr dirty="0"/>
              <a:t> flow </a:t>
            </a:r>
            <a:r>
              <a:rPr dirty="0" err="1"/>
              <a:t>dijagram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 err="1"/>
              <a:t>Zaključak</a:t>
            </a:r>
            <a:endParaRPr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BFA7A4A-C46D-0A36-2169-A254E75E0A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907" y="2756103"/>
            <a:ext cx="90846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Photon Fusion se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pokazao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stabilan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fleksibilan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razvoj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real-time multiplayer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igara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Unity-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Jasna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arhitektura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dobra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dokumentacija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ugrađeni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sistemi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(Runner, RPC,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LagCompensation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olakšavaju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razvoj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ubrzavaju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implementaciju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Pogodan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koji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ulaze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multiplayer,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napredne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timove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kojima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bitni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kontrola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skalabilnost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73</TotalTime>
  <Words>467</Words>
  <Application>Microsoft Office PowerPoint</Application>
  <PresentationFormat>On-screen Show (4:3)</PresentationFormat>
  <Paragraphs>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Abadi</vt:lpstr>
      <vt:lpstr>Arial</vt:lpstr>
      <vt:lpstr>Wingdings</vt:lpstr>
      <vt:lpstr>Banded</vt:lpstr>
      <vt:lpstr>Photon Fusion – Unity Multiplayer FPS</vt:lpstr>
      <vt:lpstr>Sadržaj</vt:lpstr>
      <vt:lpstr>Photon Fusion</vt:lpstr>
      <vt:lpstr>Fusion vs Alternative</vt:lpstr>
      <vt:lpstr>Pre početka – Integracija Photon Fusion u Unity (1/3)</vt:lpstr>
      <vt:lpstr>Pre početka – Integracija Photon Fusion u Unity (2/3)</vt:lpstr>
      <vt:lpstr>Pre početka – App ID i Project Settings (3/3)</vt:lpstr>
      <vt:lpstr>PowerPoint Presentation</vt:lpstr>
      <vt:lpstr>Korak 1 – Network Runner (start sesije)</vt:lpstr>
      <vt:lpstr>Korak 2 – INetworkRunnerCallbacks</vt:lpstr>
      <vt:lpstr>Korak 3 –NetworkObject i Player Prefab</vt:lpstr>
      <vt:lpstr>Korak 4 – Input System</vt:lpstr>
      <vt:lpstr>Korak 5 – Sinhronizacija kretanja</vt:lpstr>
      <vt:lpstr>Specijalno: Networked property ([Networked])</vt:lpstr>
      <vt:lpstr>PowerPoint Presentation</vt:lpstr>
      <vt:lpstr>Korak 6 – Weapon i Lag Compensation</vt:lpstr>
      <vt:lpstr>Korak 7 – RPC</vt:lpstr>
      <vt:lpstr>Flow projekta</vt:lpstr>
      <vt:lpstr>Zaključak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Milos Stanojevic</cp:lastModifiedBy>
  <cp:revision>7</cp:revision>
  <dcterms:created xsi:type="dcterms:W3CDTF">2013-01-27T09:14:16Z</dcterms:created>
  <dcterms:modified xsi:type="dcterms:W3CDTF">2026-02-08T01:50:38Z</dcterms:modified>
  <cp:category/>
</cp:coreProperties>
</file>